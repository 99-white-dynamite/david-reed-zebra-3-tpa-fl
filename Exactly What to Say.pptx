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FFB9B-9FB8-469E-96F9-4D32314110B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5D03F1-4728-4AB4-954E-ADDC5C924831}"/>
              </a:ext>
            </a:extLst>
          </p:cNvPr>
          <p:cNvGrpSpPr/>
          <p:nvPr userDrawn="1"/>
        </p:nvGrpSpPr>
        <p:grpSpPr>
          <a:xfrm>
            <a:off x="9601862" y="4184110"/>
            <a:ext cx="2569437" cy="2572384"/>
            <a:chOff x="9601862" y="4184110"/>
            <a:chExt cx="2569437" cy="257238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A5B3D74-F558-4C94-B8CC-31EDE43B111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738469" y="4184110"/>
              <a:ext cx="2401057" cy="135076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2808619-B43D-4089-B616-E3938FC735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601862" y="5636380"/>
              <a:ext cx="2569437" cy="11201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079678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DC27-E420-4878-9EE6-7B9656D6442A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106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47CF-67C9-420C-80A5-E2069FF0C2DF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827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DC73-F065-42F5-A9F2-D90B2E42A0B3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9982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A702-9B29-41CC-9BCC-3DF8A0D379FE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911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649AC-CB8F-4FF1-9A34-5861C74DD0A7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484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CECA-2D3A-4680-9B49-752200DE467C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6138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BFE2-83B7-4B0A-B9D3-AB28331082B3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6635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78E3-FDA3-4D28-AAA2-0B81F349A39D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927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63-8B87-41B7-9F8E-64519CBB8F34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793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B1C6-BF8F-4481-8AB2-603A1C8A906A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834623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B1C6-BF8F-4481-8AB2-603A1C8A906A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06850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B1C6-BF8F-4481-8AB2-603A1C8A906A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223183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B1C6-BF8F-4481-8AB2-603A1C8A906A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82439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F1211-4E0C-4AB3-B04F-585959BDAFE8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7971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ECAF-D3BE-4069-9C78-642ECCD01477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7761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BA082-94DF-4C4B-A041-6624924AB0A8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2623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3/13/2021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812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BB1C6-BF8F-4481-8AB2-603A1C8A906A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740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6917765-8B7B-4EB4-ADA4-1F33E739AF7D}"/>
              </a:ext>
            </a:extLst>
          </p:cNvPr>
          <p:cNvGrpSpPr/>
          <p:nvPr/>
        </p:nvGrpSpPr>
        <p:grpSpPr>
          <a:xfrm>
            <a:off x="496869" y="411983"/>
            <a:ext cx="11198262" cy="6285985"/>
            <a:chOff x="496869" y="388335"/>
            <a:chExt cx="11198262" cy="628598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592AD9F-FA9C-4B98-A39F-08C8C8A67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38145" y="4820975"/>
              <a:ext cx="1956986" cy="185334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18B2BC6-CAA3-4812-A6EC-2E4A6A4DC895}"/>
                </a:ext>
              </a:extLst>
            </p:cNvPr>
            <p:cNvSpPr txBox="1"/>
            <p:nvPr/>
          </p:nvSpPr>
          <p:spPr>
            <a:xfrm>
              <a:off x="496869" y="388335"/>
              <a:ext cx="10758032" cy="58439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marR="0" lvl="0" indent="-342900" algn="l" defTabSz="4572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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I’m Not Sure if it’s for you, BUT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 algn="l" defTabSz="4572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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How openminded would you be about trying this as an alternative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 algn="l" defTabSz="4572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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What do you know about us and our exclusive programs?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 algn="l" defTabSz="4572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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How would you feel if?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 algn="l" defTabSz="4572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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Just Imagine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 algn="l" defTabSz="4572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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When would be a good time?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 algn="l" defTabSz="4572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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I’m guessing you haven’t got around to …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 algn="l" defTabSz="4572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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Simple Swaps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742950" marR="0" lvl="1" indent="-285750" algn="l" defTabSz="4572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0000"/>
                  </a:highlight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&lt;do you have any questions &gt;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00FF00"/>
                  </a:highlight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What questions do you have for me?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742950" marR="0" lvl="1" indent="-285750" algn="l" defTabSz="4572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0000"/>
                  </a:highlight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&lt;Can I have your…&gt;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00FF00"/>
                  </a:highlight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What’s the best number to contact you ?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 algn="l" defTabSz="4572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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As I see it you have 3 options…      with preferred out come at the end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 algn="l" defTabSz="4572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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There are 2 types of people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 algn="l" defTabSz="4572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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 bet you’re a bit like me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 algn="l" defTabSz="4572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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If … Then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 algn="l" defTabSz="4572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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Don’t Worry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 algn="l" defTabSz="4572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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Most people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 algn="l" defTabSz="4572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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The good news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 algn="l" defTabSz="4572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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What Happens Next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 algn="l" defTabSz="4572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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What makes you say that?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 algn="l" defTabSz="4572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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Before you make up your mind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 algn="l" defTabSz="4572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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If I can, Will you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 algn="l" defTabSz="4572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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Enough &lt;always go for more&gt;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 algn="l" defTabSz="4572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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Just one more thing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 algn="l" defTabSz="4572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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 Small Favor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 algn="l" defTabSz="4572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Wingdings" panose="05000000000000000000" pitchFamily="2" charset="2"/>
                <a:buChar char="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oper Black" panose="0208090404030B0204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Just out of curiosity…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1B5EEAE-CB14-484E-8B9D-B702F8F05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80219" y="388335"/>
              <a:ext cx="3646054" cy="36460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8845404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164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Cooper Black</vt:lpstr>
      <vt:lpstr>Courier New</vt:lpstr>
      <vt:lpstr>Trebuchet MS</vt:lpstr>
      <vt:lpstr>Wingdings</vt:lpstr>
      <vt:lpstr>Wingdings 3</vt:lpstr>
      <vt:lpstr>Facet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REED</dc:creator>
  <cp:lastModifiedBy>DAVID REED</cp:lastModifiedBy>
  <cp:revision>1</cp:revision>
  <dcterms:created xsi:type="dcterms:W3CDTF">2021-03-14T01:07:55Z</dcterms:created>
  <dcterms:modified xsi:type="dcterms:W3CDTF">2021-03-14T01:09:45Z</dcterms:modified>
</cp:coreProperties>
</file>